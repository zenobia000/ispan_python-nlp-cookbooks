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142533550" r:id="rId2"/>
    <p:sldId id="2142533546" r:id="rId3"/>
    <p:sldId id="2142533547" r:id="rId4"/>
    <p:sldId id="2142533548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1A0B59-8CEF-4128-9858-EB0DD36D4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44F6B38-2A9C-4E9F-8603-648559A51C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928BEE0-C3EB-40DE-82E2-01BB1C13B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A6EE3-8980-48E5-B3B5-06CD3C41C764}" type="datetimeFigureOut">
              <a:rPr lang="zh-TW" altLang="en-US" smtClean="0"/>
              <a:t>2024/1/4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A462DB5-D54D-4F9A-8DAD-E0F5AE5D8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0CAA0D6-359C-4EE8-8ECE-F06135828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23561-BDDB-4D0F-A102-08D45AA640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3284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8B4372-854E-4846-8FCF-D14A5EA5C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5B99F0-6562-4EDD-ABE3-6ED461543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30A1DE1-6EED-4373-97AF-348321B73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A6EE3-8980-48E5-B3B5-06CD3C41C764}" type="datetimeFigureOut">
              <a:rPr lang="zh-TW" altLang="en-US" smtClean="0"/>
              <a:t>2024/1/4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1F76D6B-EAD7-4F45-9C1A-A444D3462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8727D2B-7D7B-4BAF-8731-F862061F1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23561-BDDB-4D0F-A102-08D45AA640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6761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990901-3F31-41B2-9AEF-1B44F4D9F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057237E-A6FD-4CF0-9D6B-AEE30076C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DE22583-22AD-4661-8551-9F4059DEB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A6EE3-8980-48E5-B3B5-06CD3C41C764}" type="datetimeFigureOut">
              <a:rPr lang="zh-TW" altLang="en-US" smtClean="0"/>
              <a:t>2024/1/4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96C8A7C-248D-435D-B900-C5DFAB664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332E061-665E-4E50-B857-51053C0D6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23561-BDDB-4D0F-A102-08D45AA640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5536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1F866D-4E01-4B33-B80C-BBB7B7D17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7D3B49E-7F65-44E5-B90E-397E47C0C6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78E6F22-5DB9-4805-9317-63B269869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BCBB56D-E8DC-44E9-8244-7B6BFA9A2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A6EE3-8980-48E5-B3B5-06CD3C41C764}" type="datetimeFigureOut">
              <a:rPr lang="zh-TW" altLang="en-US" smtClean="0"/>
              <a:t>2024/1/4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BCDBDCB-6258-4630-B254-7E3AB4A6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A75FC33-7C21-4DC5-9420-A82763262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23561-BDDB-4D0F-A102-08D45AA640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7202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E8ABB7-C550-4ADA-9E56-B2E4A6CFB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A2A0D1-61C9-491D-9B9E-CEA357CB1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3B45DB3-4736-4165-A9E2-9DEB1295C9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EE43A81-9FED-4392-AD0B-B330A96706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ED1464D-A365-4297-8496-89838B55E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AF2AD4B-8834-4556-8EE7-39D85AE42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A6EE3-8980-48E5-B3B5-06CD3C41C764}" type="datetimeFigureOut">
              <a:rPr lang="zh-TW" altLang="en-US" smtClean="0"/>
              <a:t>2024/1/4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332663B-223C-4A65-A4E6-307C51E48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05FECDB-9E70-4F14-B937-4013C905D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23561-BDDB-4D0F-A102-08D45AA640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077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E7AB3E-F7F3-4B23-B746-D0E858D42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8C2E0E2-774F-4529-BE48-F59EB84F5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A6EE3-8980-48E5-B3B5-06CD3C41C764}" type="datetimeFigureOut">
              <a:rPr lang="zh-TW" altLang="en-US" smtClean="0"/>
              <a:t>2024/1/4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FE2AA68-0D66-48D6-84C0-35745F16C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8A860BF-9F3F-43AC-B4E3-D34DE54D6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23561-BDDB-4D0F-A102-08D45AA640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5885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4CA68BD-44B9-4691-B580-73463720E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A6EE3-8980-48E5-B3B5-06CD3C41C764}" type="datetimeFigureOut">
              <a:rPr lang="zh-TW" altLang="en-US" smtClean="0"/>
              <a:t>2024/1/4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DA8BA5A-1FF1-4ACF-B998-50A7AB910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EB6615-BA01-4903-8909-04702F9C1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23561-BDDB-4D0F-A102-08D45AA640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4572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9B2BAD-6988-4E04-A77B-D0E03DC04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6D0F675-3D1A-4E1C-A61D-E25ECD45A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0072044-D329-412F-8049-1C40812FC0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8CD2C11-7027-40B1-9DCE-BAD33C501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A6EE3-8980-48E5-B3B5-06CD3C41C764}" type="datetimeFigureOut">
              <a:rPr lang="zh-TW" altLang="en-US" smtClean="0"/>
              <a:t>2024/1/4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1521D78-F0E3-423F-8AD3-B8E85E03D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1A1E745-0693-4123-9418-82A775B60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23561-BDDB-4D0F-A102-08D45AA640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706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D3D9A0-47A7-4D82-96EC-3F11DFC86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BF094A5-58DF-4147-9DC8-3DAF97AB82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F774487-83F1-408A-9A05-06BD27FBE4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A301E1B-6E3F-435D-8554-3ADBC9120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A6EE3-8980-48E5-B3B5-06CD3C41C764}" type="datetimeFigureOut">
              <a:rPr lang="zh-TW" altLang="en-US" smtClean="0"/>
              <a:t>2024/1/4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9A28440-E3ED-4D0A-A75D-0F7A980A4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6097CF2-88EA-46EC-BCC9-7463B13D1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23561-BDDB-4D0F-A102-08D45AA640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9956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6DC489-8220-4DC5-8FAD-4ECBCCF7A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E494518-542F-4440-9788-7D7E0968C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38EC135-E4FC-4FAE-9511-E75005FF7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A6EE3-8980-48E5-B3B5-06CD3C41C764}" type="datetimeFigureOut">
              <a:rPr lang="zh-TW" altLang="en-US" smtClean="0"/>
              <a:t>2024/1/4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A868290-D9AC-4E49-8B0F-40C215684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72F83E6-4112-4B6B-825D-6A9CF716C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23561-BDDB-4D0F-A102-08D45AA640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2931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22D16B4-0BAC-494C-9CBE-ED67DE6E62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925EA13-89D0-4853-99B7-CBD526F7E9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536BE74-9C41-4961-87F9-BDA587A87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A6EE3-8980-48E5-B3B5-06CD3C41C764}" type="datetimeFigureOut">
              <a:rPr lang="zh-TW" altLang="en-US" smtClean="0"/>
              <a:t>2024/1/4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93C9866-C4CB-4236-BE5D-F897CD4D4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76E95AF-D2A5-49E3-85B7-451E7FF3D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23561-BDDB-4D0F-A102-08D45AA640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1513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60C5291-CF5B-4A3A-AFEA-FE1212138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C2C3E45-1AE8-420F-8F2C-CCB37259D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22033B6-0BE3-493D-AB29-F7D11319A9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3A6EE3-8980-48E5-B3B5-06CD3C41C764}" type="datetimeFigureOut">
              <a:rPr lang="zh-TW" altLang="en-US" smtClean="0"/>
              <a:t>2024/1/4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2661FDB-18E6-4A02-81F2-81D00CD131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FF60617-FF6A-4150-B74B-AA72B5478E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423561-BDDB-4D0F-A102-08D45AA640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0421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edium.com/@johnnyliao/%E5%9C%A8win10%E4%B8%8A%E5%AE%89%E8%A3%9Dcuda-toolkit-cudnn-tensorflow-gpu-1-12%E4%BB%A5%E4%B8%8B%E5%8F%8A1-13%E4%BB%A5%E4%B8%8A-%E7%9A%84%E5%AE%89%E8%A3%9D%E7%B6%93%E9%A9%97%E5%88%86%E4%BA%AB-c792953b316f" TargetMode="External"/><Relationship Id="rId4" Type="http://schemas.openxmlformats.org/officeDocument/2006/relationships/hyperlink" Target="https://www.nvidia.com/zh-tw/geforce/technologies/cuda/supported-gpus/?field_gpu_type_value=desktop-gpus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www.nvidia.com/zh-tw/geforce/technologies/cuda/supported-gpus/?field_gpu_type_value=desktop-gpus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03">
            <a:extLst>
              <a:ext uri="{FF2B5EF4-FFF2-40B4-BE49-F238E27FC236}">
                <a16:creationId xmlns:a16="http://schemas.microsoft.com/office/drawing/2014/main" id="{13B5BF7F-4B98-4B78-94EE-5F486364A4CB}"/>
              </a:ext>
            </a:extLst>
          </p:cNvPr>
          <p:cNvSpPr/>
          <p:nvPr/>
        </p:nvSpPr>
        <p:spPr>
          <a:xfrm>
            <a:off x="7567229" y="7027812"/>
            <a:ext cx="4371360" cy="2494665"/>
          </a:xfrm>
          <a:prstGeom prst="rect">
            <a:avLst/>
          </a:prstGeom>
          <a:solidFill>
            <a:srgbClr val="F2F2F2">
              <a:alpha val="50196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8272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TW" sz="3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3" name="平行四邊形 22">
            <a:extLst>
              <a:ext uri="{FF2B5EF4-FFF2-40B4-BE49-F238E27FC236}">
                <a16:creationId xmlns:a16="http://schemas.microsoft.com/office/drawing/2014/main" id="{7C3485DE-37FD-4561-AB97-49F458F6EA25}"/>
              </a:ext>
            </a:extLst>
          </p:cNvPr>
          <p:cNvSpPr/>
          <p:nvPr/>
        </p:nvSpPr>
        <p:spPr>
          <a:xfrm>
            <a:off x="-283243" y="77489"/>
            <a:ext cx="5677280" cy="1134019"/>
          </a:xfrm>
          <a:prstGeom prst="parallelogram">
            <a:avLst/>
          </a:prstGeom>
          <a:solidFill>
            <a:srgbClr val="AD955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2" name="平行四邊形 21">
            <a:extLst>
              <a:ext uri="{FF2B5EF4-FFF2-40B4-BE49-F238E27FC236}">
                <a16:creationId xmlns:a16="http://schemas.microsoft.com/office/drawing/2014/main" id="{AE787BA7-120F-4362-BD7A-99A5CB00577F}"/>
              </a:ext>
            </a:extLst>
          </p:cNvPr>
          <p:cNvSpPr/>
          <p:nvPr/>
        </p:nvSpPr>
        <p:spPr>
          <a:xfrm>
            <a:off x="-421788" y="0"/>
            <a:ext cx="5677280" cy="1134019"/>
          </a:xfrm>
          <a:prstGeom prst="parallelogram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062E73C6-9E90-4E39-B23F-BDD350FF9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118" y="137525"/>
            <a:ext cx="4771123" cy="767639"/>
          </a:xfrm>
        </p:spPr>
        <p:txBody>
          <a:bodyPr>
            <a:normAutofit/>
          </a:bodyPr>
          <a:lstStyle/>
          <a:p>
            <a:r>
              <a:rPr lang="en-US" altLang="zh-TW" sz="3200" b="1" dirty="0" err="1">
                <a:solidFill>
                  <a:srgbClr val="AD95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 Light" panose="020F0302020204030204" pitchFamily="34" charset="0"/>
              </a:rPr>
              <a:t>Tensorflow</a:t>
            </a:r>
            <a:r>
              <a:rPr lang="en-US" altLang="zh-TW" sz="3200" b="1" dirty="0">
                <a:solidFill>
                  <a:srgbClr val="AD95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 Light" panose="020F0302020204030204" pitchFamily="34" charset="0"/>
              </a:rPr>
              <a:t> GPU </a:t>
            </a:r>
            <a:endParaRPr lang="zh-TW" altLang="en-US" sz="3200" b="1" dirty="0">
              <a:solidFill>
                <a:srgbClr val="AD955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 Light" panose="020F0302020204030204" pitchFamily="34" charset="0"/>
            </a:endParaRP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5366D0EE-A4DD-4A15-A73E-8ED8822C5644}"/>
              </a:ext>
            </a:extLst>
          </p:cNvPr>
          <p:cNvSpPr txBox="1">
            <a:spLocks/>
          </p:cNvSpPr>
          <p:nvPr/>
        </p:nvSpPr>
        <p:spPr>
          <a:xfrm>
            <a:off x="141119" y="676309"/>
            <a:ext cx="3356993" cy="4577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AD955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 Light" panose="020F0302020204030204" pitchFamily="34" charset="0"/>
            </a:endParaRPr>
          </a:p>
        </p:txBody>
      </p:sp>
      <p:pic>
        <p:nvPicPr>
          <p:cNvPr id="20" name="圖片 19" descr="一張含有 符號, 字型, 標誌, 圖形 的圖片&#10;&#10;自動產生的描述">
            <a:extLst>
              <a:ext uri="{FF2B5EF4-FFF2-40B4-BE49-F238E27FC236}">
                <a16:creationId xmlns:a16="http://schemas.microsoft.com/office/drawing/2014/main" id="{DA947296-B70C-47D9-A6BF-326B8AD5CA7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55927" y="0"/>
            <a:ext cx="1136073" cy="1136073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0E0B7AD3-80DD-461E-978D-6501A383DC28}"/>
              </a:ext>
            </a:extLst>
          </p:cNvPr>
          <p:cNvSpPr/>
          <p:nvPr/>
        </p:nvSpPr>
        <p:spPr>
          <a:xfrm>
            <a:off x="2650836" y="0"/>
            <a:ext cx="9541164" cy="1375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8902359-22AB-4458-A2E7-0CF427C2D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05E05A-C565-4ECA-A52B-AF5703A92FCB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9" name="標題 1">
            <a:extLst>
              <a:ext uri="{FF2B5EF4-FFF2-40B4-BE49-F238E27FC236}">
                <a16:creationId xmlns:a16="http://schemas.microsoft.com/office/drawing/2014/main" id="{D3F3DB6C-2051-41F5-8FA7-49A9566AA672}"/>
              </a:ext>
            </a:extLst>
          </p:cNvPr>
          <p:cNvSpPr txBox="1">
            <a:spLocks/>
          </p:cNvSpPr>
          <p:nvPr/>
        </p:nvSpPr>
        <p:spPr>
          <a:xfrm>
            <a:off x="141119" y="676309"/>
            <a:ext cx="2642623" cy="4577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AD955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 Light" panose="020F0302020204030204" pitchFamily="34" charset="0"/>
            </a:endParaRPr>
          </a:p>
        </p:txBody>
      </p:sp>
      <p:sp>
        <p:nvSpPr>
          <p:cNvPr id="36" name="標題 1">
            <a:extLst>
              <a:ext uri="{FF2B5EF4-FFF2-40B4-BE49-F238E27FC236}">
                <a16:creationId xmlns:a16="http://schemas.microsoft.com/office/drawing/2014/main" id="{98E85A37-CF8A-476B-9BB3-5B0864840ABD}"/>
              </a:ext>
            </a:extLst>
          </p:cNvPr>
          <p:cNvSpPr txBox="1">
            <a:spLocks/>
          </p:cNvSpPr>
          <p:nvPr/>
        </p:nvSpPr>
        <p:spPr>
          <a:xfrm>
            <a:off x="141119" y="676309"/>
            <a:ext cx="4569104" cy="4577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AD955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 Light" panose="020F0302020204030204" pitchFamily="34" charset="0"/>
              </a:rPr>
              <a:t>Conda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AD955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 Light" panose="020F0302020204030204" pitchFamily="34" charset="0"/>
              </a:rPr>
              <a:t>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AD955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 Light" panose="020F0302020204030204" pitchFamily="34" charset="0"/>
              </a:rPr>
              <a:t>安裝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AD955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 Light" panose="020F0302020204030204" pitchFamily="34" charset="0"/>
              </a:rPr>
              <a:t>SOP</a:t>
            </a:r>
            <a:endParaRPr kumimoji="0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AD955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 Light" panose="020F030202020403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0C63888F-6500-41F4-9A7F-22DE91D78358}"/>
              </a:ext>
            </a:extLst>
          </p:cNvPr>
          <p:cNvSpPr txBox="1"/>
          <p:nvPr/>
        </p:nvSpPr>
        <p:spPr>
          <a:xfrm>
            <a:off x="639027" y="1364405"/>
            <a:ext cx="841184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D2F3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步驟</a:t>
            </a: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2D2F3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TW" sz="2000" b="1" dirty="0" err="1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Conda</a:t>
            </a:r>
            <a:r>
              <a:rPr lang="en-US" altLang="zh-TW" sz="2000" b="1" dirty="0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create –n </a:t>
            </a:r>
            <a:r>
              <a:rPr lang="en-US" altLang="zh-TW" sz="2000" b="1" dirty="0" err="1">
                <a:solidFill>
                  <a:srgbClr val="2D2F31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pytorch</a:t>
            </a:r>
            <a:r>
              <a:rPr lang="en-US" altLang="zh-TW" sz="2000" b="1" dirty="0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python=3.10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TW" sz="2000" b="1" dirty="0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Input “y”</a:t>
            </a: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2D2F3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TW" sz="2000" b="1" dirty="0" err="1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Conda</a:t>
            </a:r>
            <a:r>
              <a:rPr lang="zh-TW" altLang="en-US" sz="2000" b="1" dirty="0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b="1" dirty="0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activate</a:t>
            </a:r>
            <a:r>
              <a:rPr lang="zh-TW" altLang="en-US" sz="2000" b="1" dirty="0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b="1" dirty="0" err="1">
                <a:solidFill>
                  <a:srgbClr val="2D2F31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pytorch</a:t>
            </a: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2D2F31"/>
              </a:solidFill>
              <a:effectLst/>
              <a:highlight>
                <a:srgbClr val="FFFF00"/>
              </a:highlight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TW" sz="2000" b="1" dirty="0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</a:t>
            </a:r>
            <a:r>
              <a:rPr kumimoji="0" lang="en-US" altLang="zh-TW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2D2F3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ip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2D2F3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list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2D2F3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hlinkClick r:id="rId3"/>
              </a:rPr>
              <a:t>Torch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D2F3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hlinkClick r:id="rId3"/>
              </a:rPr>
              <a:t>官網安裝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D2F3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</a:t>
            </a: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2D2F3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2D2F3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hlinkClick r:id="rId4"/>
              </a:rPr>
              <a:t>CUDA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D2F3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hlinkClick r:id="rId4"/>
              </a:rPr>
              <a:t> 驅動版本確認</a:t>
            </a: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2D2F3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TW" sz="2000" b="1" dirty="0" err="1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nvidia-smi</a:t>
            </a: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2D2F3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56132033-C4ED-47EF-8CDC-D3D504EC13CB}"/>
              </a:ext>
            </a:extLst>
          </p:cNvPr>
          <p:cNvCxnSpPr/>
          <p:nvPr/>
        </p:nvCxnSpPr>
        <p:spPr>
          <a:xfrm>
            <a:off x="3013166" y="3082834"/>
            <a:ext cx="3082834" cy="0"/>
          </a:xfrm>
          <a:prstGeom prst="straightConnector1">
            <a:avLst/>
          </a:prstGeom>
          <a:ln w="19050">
            <a:headEnd type="oval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1D8DBA5F-175E-4E7A-BEA1-B50698130C27}"/>
              </a:ext>
            </a:extLst>
          </p:cNvPr>
          <p:cNvSpPr txBox="1"/>
          <p:nvPr/>
        </p:nvSpPr>
        <p:spPr>
          <a:xfrm>
            <a:off x="427568" y="6356350"/>
            <a:ext cx="63076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https://hackmd.io/@W0jtTDS6SxO6QZ23w9Ykhg/HyrI0WXdU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EFEB0CB-4F0E-4ABC-A9CB-30A35D2A7744}"/>
              </a:ext>
            </a:extLst>
          </p:cNvPr>
          <p:cNvSpPr txBox="1"/>
          <p:nvPr/>
        </p:nvSpPr>
        <p:spPr>
          <a:xfrm>
            <a:off x="677600" y="407184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5"/>
              </a:rPr>
              <a:t>參考安裝方式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05012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03">
            <a:extLst>
              <a:ext uri="{FF2B5EF4-FFF2-40B4-BE49-F238E27FC236}">
                <a16:creationId xmlns:a16="http://schemas.microsoft.com/office/drawing/2014/main" id="{13B5BF7F-4B98-4B78-94EE-5F486364A4CB}"/>
              </a:ext>
            </a:extLst>
          </p:cNvPr>
          <p:cNvSpPr/>
          <p:nvPr/>
        </p:nvSpPr>
        <p:spPr>
          <a:xfrm>
            <a:off x="7567229" y="7027812"/>
            <a:ext cx="4371360" cy="2494665"/>
          </a:xfrm>
          <a:prstGeom prst="rect">
            <a:avLst/>
          </a:prstGeom>
          <a:solidFill>
            <a:srgbClr val="F2F2F2">
              <a:alpha val="50196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8272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TW" sz="3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3" name="平行四邊形 22">
            <a:extLst>
              <a:ext uri="{FF2B5EF4-FFF2-40B4-BE49-F238E27FC236}">
                <a16:creationId xmlns:a16="http://schemas.microsoft.com/office/drawing/2014/main" id="{7C3485DE-37FD-4561-AB97-49F458F6EA25}"/>
              </a:ext>
            </a:extLst>
          </p:cNvPr>
          <p:cNvSpPr/>
          <p:nvPr/>
        </p:nvSpPr>
        <p:spPr>
          <a:xfrm>
            <a:off x="-283243" y="77489"/>
            <a:ext cx="5677280" cy="1134019"/>
          </a:xfrm>
          <a:prstGeom prst="parallelogram">
            <a:avLst/>
          </a:prstGeom>
          <a:solidFill>
            <a:srgbClr val="AD955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2" name="平行四邊形 21">
            <a:extLst>
              <a:ext uri="{FF2B5EF4-FFF2-40B4-BE49-F238E27FC236}">
                <a16:creationId xmlns:a16="http://schemas.microsoft.com/office/drawing/2014/main" id="{AE787BA7-120F-4362-BD7A-99A5CB00577F}"/>
              </a:ext>
            </a:extLst>
          </p:cNvPr>
          <p:cNvSpPr/>
          <p:nvPr/>
        </p:nvSpPr>
        <p:spPr>
          <a:xfrm>
            <a:off x="-421788" y="0"/>
            <a:ext cx="5677280" cy="1134019"/>
          </a:xfrm>
          <a:prstGeom prst="parallelogram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062E73C6-9E90-4E39-B23F-BDD350FF9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118" y="137525"/>
            <a:ext cx="4771123" cy="767639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solidFill>
                  <a:srgbClr val="AD95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 Light" panose="020F0302020204030204" pitchFamily="34" charset="0"/>
              </a:rPr>
              <a:t>Torch </a:t>
            </a:r>
            <a:endParaRPr lang="zh-TW" altLang="en-US" sz="3200" b="1" dirty="0">
              <a:solidFill>
                <a:srgbClr val="AD955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 Light" panose="020F0302020204030204" pitchFamily="34" charset="0"/>
            </a:endParaRP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5366D0EE-A4DD-4A15-A73E-8ED8822C5644}"/>
              </a:ext>
            </a:extLst>
          </p:cNvPr>
          <p:cNvSpPr txBox="1">
            <a:spLocks/>
          </p:cNvSpPr>
          <p:nvPr/>
        </p:nvSpPr>
        <p:spPr>
          <a:xfrm>
            <a:off x="141119" y="676309"/>
            <a:ext cx="3356993" cy="4577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AD955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 Light" panose="020F0302020204030204" pitchFamily="34" charset="0"/>
            </a:endParaRPr>
          </a:p>
        </p:txBody>
      </p:sp>
      <p:pic>
        <p:nvPicPr>
          <p:cNvPr id="20" name="圖片 19" descr="一張含有 符號, 字型, 標誌, 圖形 的圖片&#10;&#10;自動產生的描述">
            <a:extLst>
              <a:ext uri="{FF2B5EF4-FFF2-40B4-BE49-F238E27FC236}">
                <a16:creationId xmlns:a16="http://schemas.microsoft.com/office/drawing/2014/main" id="{DA947296-B70C-47D9-A6BF-326B8AD5CA7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55927" y="0"/>
            <a:ext cx="1136073" cy="1136073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0E0B7AD3-80DD-461E-978D-6501A383DC28}"/>
              </a:ext>
            </a:extLst>
          </p:cNvPr>
          <p:cNvSpPr/>
          <p:nvPr/>
        </p:nvSpPr>
        <p:spPr>
          <a:xfrm>
            <a:off x="2650836" y="0"/>
            <a:ext cx="9541164" cy="1375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8902359-22AB-4458-A2E7-0CF427C2D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05E05A-C565-4ECA-A52B-AF5703A92FCB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9" name="標題 1">
            <a:extLst>
              <a:ext uri="{FF2B5EF4-FFF2-40B4-BE49-F238E27FC236}">
                <a16:creationId xmlns:a16="http://schemas.microsoft.com/office/drawing/2014/main" id="{D3F3DB6C-2051-41F5-8FA7-49A9566AA672}"/>
              </a:ext>
            </a:extLst>
          </p:cNvPr>
          <p:cNvSpPr txBox="1">
            <a:spLocks/>
          </p:cNvSpPr>
          <p:nvPr/>
        </p:nvSpPr>
        <p:spPr>
          <a:xfrm>
            <a:off x="141119" y="676309"/>
            <a:ext cx="2642623" cy="4577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AD955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 Light" panose="020F0302020204030204" pitchFamily="34" charset="0"/>
            </a:endParaRPr>
          </a:p>
        </p:txBody>
      </p:sp>
      <p:sp>
        <p:nvSpPr>
          <p:cNvPr id="36" name="標題 1">
            <a:extLst>
              <a:ext uri="{FF2B5EF4-FFF2-40B4-BE49-F238E27FC236}">
                <a16:creationId xmlns:a16="http://schemas.microsoft.com/office/drawing/2014/main" id="{98E85A37-CF8A-476B-9BB3-5B0864840ABD}"/>
              </a:ext>
            </a:extLst>
          </p:cNvPr>
          <p:cNvSpPr txBox="1">
            <a:spLocks/>
          </p:cNvSpPr>
          <p:nvPr/>
        </p:nvSpPr>
        <p:spPr>
          <a:xfrm>
            <a:off x="141119" y="676309"/>
            <a:ext cx="4569104" cy="4577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AD955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 Light" panose="020F0302020204030204" pitchFamily="34" charset="0"/>
              </a:rPr>
              <a:t>Conda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AD955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 Light" panose="020F0302020204030204" pitchFamily="34" charset="0"/>
              </a:rPr>
              <a:t>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AD955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 Light" panose="020F0302020204030204" pitchFamily="34" charset="0"/>
              </a:rPr>
              <a:t>安裝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AD955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 Light" panose="020F0302020204030204" pitchFamily="34" charset="0"/>
              </a:rPr>
              <a:t>SOP</a:t>
            </a:r>
            <a:endParaRPr kumimoji="0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AD955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 Light" panose="020F030202020403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0C63888F-6500-41F4-9A7F-22DE91D78358}"/>
              </a:ext>
            </a:extLst>
          </p:cNvPr>
          <p:cNvSpPr txBox="1"/>
          <p:nvPr/>
        </p:nvSpPr>
        <p:spPr>
          <a:xfrm>
            <a:off x="639027" y="1364405"/>
            <a:ext cx="841184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D2F3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步驟</a:t>
            </a: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2D2F3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TW" sz="2000" b="1" dirty="0" err="1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Conda</a:t>
            </a:r>
            <a:r>
              <a:rPr lang="en-US" altLang="zh-TW" sz="2000" b="1" dirty="0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create –n </a:t>
            </a:r>
            <a:r>
              <a:rPr lang="en-US" altLang="zh-TW" sz="2000" b="1" dirty="0" err="1">
                <a:solidFill>
                  <a:srgbClr val="2D2F31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pytorch</a:t>
            </a:r>
            <a:r>
              <a:rPr lang="en-US" altLang="zh-TW" sz="2000" b="1" dirty="0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python=3.10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TW" sz="2000" b="1" dirty="0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Input “y”</a:t>
            </a: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2D2F3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TW" sz="2000" b="1" dirty="0" err="1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Conda</a:t>
            </a:r>
            <a:r>
              <a:rPr lang="zh-TW" altLang="en-US" sz="2000" b="1" dirty="0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b="1" dirty="0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activate</a:t>
            </a:r>
            <a:r>
              <a:rPr lang="zh-TW" altLang="en-US" sz="2000" b="1" dirty="0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b="1" dirty="0" err="1">
                <a:solidFill>
                  <a:srgbClr val="2D2F31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pytorch</a:t>
            </a: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2D2F31"/>
              </a:solidFill>
              <a:effectLst/>
              <a:highlight>
                <a:srgbClr val="FFFF00"/>
              </a:highlight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TW" sz="2000" b="1" dirty="0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</a:t>
            </a:r>
            <a:r>
              <a:rPr kumimoji="0" lang="en-US" altLang="zh-TW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2D2F3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ip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2D2F3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list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2D2F3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hlinkClick r:id="rId3"/>
              </a:rPr>
              <a:t>Torch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D2F3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hlinkClick r:id="rId3"/>
              </a:rPr>
              <a:t>官網安裝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D2F3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</a:t>
            </a: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2D2F3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2D2F3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hlinkClick r:id="rId4"/>
              </a:rPr>
              <a:t>CUDA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D2F3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hlinkClick r:id="rId4"/>
              </a:rPr>
              <a:t> 驅動版本確認</a:t>
            </a: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2D2F3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TW" sz="2000" b="1" dirty="0" err="1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nvidia-smi</a:t>
            </a: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2D2F3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7361596-D0B0-4C11-A6AF-CC2883604A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9934" y="2345359"/>
            <a:ext cx="5615600" cy="2130242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A62D728D-4BB3-4AFB-97A1-DD7F8DAAE8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775" y="3918950"/>
            <a:ext cx="5054174" cy="26938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56132033-C4ED-47EF-8CDC-D3D504EC13CB}"/>
              </a:ext>
            </a:extLst>
          </p:cNvPr>
          <p:cNvCxnSpPr/>
          <p:nvPr/>
        </p:nvCxnSpPr>
        <p:spPr>
          <a:xfrm>
            <a:off x="3013166" y="3082834"/>
            <a:ext cx="3082834" cy="0"/>
          </a:xfrm>
          <a:prstGeom prst="straightConnector1">
            <a:avLst/>
          </a:prstGeom>
          <a:ln w="19050">
            <a:headEnd type="oval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FF1BAAEE-AC1C-43FB-8C26-46BE22D217C3}"/>
              </a:ext>
            </a:extLst>
          </p:cNvPr>
          <p:cNvSpPr txBox="1"/>
          <p:nvPr/>
        </p:nvSpPr>
        <p:spPr>
          <a:xfrm>
            <a:off x="6156961" y="4776498"/>
            <a:ext cx="63050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D2F3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注意</a:t>
            </a: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2D2F3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: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TW" b="1" dirty="0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GPU driver </a:t>
            </a:r>
            <a:r>
              <a:rPr lang="zh-TW" altLang="en-US" b="1" dirty="0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版本如果太舊，需要更新驅動</a:t>
            </a:r>
            <a:endParaRPr lang="en-US" altLang="zh-TW" b="1" dirty="0">
              <a:solidFill>
                <a:srgbClr val="2D2F3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zh-TW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2D2F3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Cuda</a:t>
            </a: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2D2F3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version &gt; 9.2  =&gt; driver &gt; 396.26</a:t>
            </a:r>
          </a:p>
        </p:txBody>
      </p:sp>
    </p:spTree>
    <p:extLst>
      <p:ext uri="{BB962C8B-B14F-4D97-AF65-F5344CB8AC3E}">
        <p14:creationId xmlns:p14="http://schemas.microsoft.com/office/powerpoint/2010/main" val="3762040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平行四邊形 22">
            <a:extLst>
              <a:ext uri="{FF2B5EF4-FFF2-40B4-BE49-F238E27FC236}">
                <a16:creationId xmlns:a16="http://schemas.microsoft.com/office/drawing/2014/main" id="{7C3485DE-37FD-4561-AB97-49F458F6EA25}"/>
              </a:ext>
            </a:extLst>
          </p:cNvPr>
          <p:cNvSpPr/>
          <p:nvPr/>
        </p:nvSpPr>
        <p:spPr>
          <a:xfrm>
            <a:off x="-283243" y="77489"/>
            <a:ext cx="5677280" cy="1134019"/>
          </a:xfrm>
          <a:prstGeom prst="parallelogram">
            <a:avLst/>
          </a:prstGeom>
          <a:solidFill>
            <a:srgbClr val="AD955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2" name="平行四邊形 21">
            <a:extLst>
              <a:ext uri="{FF2B5EF4-FFF2-40B4-BE49-F238E27FC236}">
                <a16:creationId xmlns:a16="http://schemas.microsoft.com/office/drawing/2014/main" id="{AE787BA7-120F-4362-BD7A-99A5CB00577F}"/>
              </a:ext>
            </a:extLst>
          </p:cNvPr>
          <p:cNvSpPr/>
          <p:nvPr/>
        </p:nvSpPr>
        <p:spPr>
          <a:xfrm>
            <a:off x="-421788" y="0"/>
            <a:ext cx="5677280" cy="1134019"/>
          </a:xfrm>
          <a:prstGeom prst="parallelogram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062E73C6-9E90-4E39-B23F-BDD350FF9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118" y="137525"/>
            <a:ext cx="4771123" cy="767639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solidFill>
                  <a:srgbClr val="AD95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 Light" panose="020F0302020204030204" pitchFamily="34" charset="0"/>
              </a:rPr>
              <a:t>NVIDIA CUDA</a:t>
            </a:r>
            <a:r>
              <a:rPr lang="zh-TW" altLang="en-US" sz="3200" b="1" dirty="0">
                <a:solidFill>
                  <a:srgbClr val="AD95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 Light" panose="020F0302020204030204" pitchFamily="34" charset="0"/>
              </a:rPr>
              <a:t> 安裝</a:t>
            </a: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5366D0EE-A4DD-4A15-A73E-8ED8822C5644}"/>
              </a:ext>
            </a:extLst>
          </p:cNvPr>
          <p:cNvSpPr txBox="1">
            <a:spLocks/>
          </p:cNvSpPr>
          <p:nvPr/>
        </p:nvSpPr>
        <p:spPr>
          <a:xfrm>
            <a:off x="141119" y="676309"/>
            <a:ext cx="3356993" cy="4577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AD955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 Light" panose="020F0302020204030204" pitchFamily="34" charset="0"/>
            </a:endParaRPr>
          </a:p>
        </p:txBody>
      </p:sp>
      <p:pic>
        <p:nvPicPr>
          <p:cNvPr id="20" name="圖片 19" descr="一張含有 符號, 字型, 標誌, 圖形 的圖片&#10;&#10;自動產生的描述">
            <a:extLst>
              <a:ext uri="{FF2B5EF4-FFF2-40B4-BE49-F238E27FC236}">
                <a16:creationId xmlns:a16="http://schemas.microsoft.com/office/drawing/2014/main" id="{DA947296-B70C-47D9-A6BF-326B8AD5CA7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55927" y="0"/>
            <a:ext cx="1136073" cy="1136073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0E0B7AD3-80DD-461E-978D-6501A383DC28}"/>
              </a:ext>
            </a:extLst>
          </p:cNvPr>
          <p:cNvSpPr/>
          <p:nvPr/>
        </p:nvSpPr>
        <p:spPr>
          <a:xfrm>
            <a:off x="2650836" y="0"/>
            <a:ext cx="9541164" cy="1375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8902359-22AB-4458-A2E7-0CF427C2D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05E05A-C565-4ECA-A52B-AF5703A92FCB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9" name="標題 1">
            <a:extLst>
              <a:ext uri="{FF2B5EF4-FFF2-40B4-BE49-F238E27FC236}">
                <a16:creationId xmlns:a16="http://schemas.microsoft.com/office/drawing/2014/main" id="{D3F3DB6C-2051-41F5-8FA7-49A9566AA672}"/>
              </a:ext>
            </a:extLst>
          </p:cNvPr>
          <p:cNvSpPr txBox="1">
            <a:spLocks/>
          </p:cNvSpPr>
          <p:nvPr/>
        </p:nvSpPr>
        <p:spPr>
          <a:xfrm>
            <a:off x="141119" y="676309"/>
            <a:ext cx="2642623" cy="4577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AD955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 Light" panose="020F0302020204030204" pitchFamily="34" charset="0"/>
            </a:endParaRPr>
          </a:p>
        </p:txBody>
      </p:sp>
      <p:sp>
        <p:nvSpPr>
          <p:cNvPr id="36" name="標題 1">
            <a:extLst>
              <a:ext uri="{FF2B5EF4-FFF2-40B4-BE49-F238E27FC236}">
                <a16:creationId xmlns:a16="http://schemas.microsoft.com/office/drawing/2014/main" id="{98E85A37-CF8A-476B-9BB3-5B0864840ABD}"/>
              </a:ext>
            </a:extLst>
          </p:cNvPr>
          <p:cNvSpPr txBox="1">
            <a:spLocks/>
          </p:cNvSpPr>
          <p:nvPr/>
        </p:nvSpPr>
        <p:spPr>
          <a:xfrm>
            <a:off x="141119" y="676309"/>
            <a:ext cx="4569104" cy="4577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AD955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 Light" panose="020F030202020403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0C63888F-6500-41F4-9A7F-22DE91D78358}"/>
              </a:ext>
            </a:extLst>
          </p:cNvPr>
          <p:cNvSpPr txBox="1"/>
          <p:nvPr/>
        </p:nvSpPr>
        <p:spPr>
          <a:xfrm>
            <a:off x="639026" y="1364405"/>
            <a:ext cx="110365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TW" sz="2000" b="1" dirty="0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Torch 1.10.0, </a:t>
            </a:r>
            <a:r>
              <a:rPr lang="en-US" altLang="zh-TW" sz="2000" b="1" dirty="0" err="1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torchvision</a:t>
            </a:r>
            <a:r>
              <a:rPr lang="en-US" altLang="zh-TW" sz="2000" b="1" dirty="0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=0.11.1, </a:t>
            </a:r>
            <a:r>
              <a:rPr lang="en-US" altLang="zh-TW" sz="2000" b="1" dirty="0" err="1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torchaudio</a:t>
            </a:r>
            <a:r>
              <a:rPr lang="en-US" altLang="zh-TW" sz="2000" b="1" dirty="0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=0.10.0, </a:t>
            </a:r>
            <a:r>
              <a:rPr lang="en-US" altLang="zh-TW" sz="2000" b="1" dirty="0" err="1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cuda</a:t>
            </a:r>
            <a:r>
              <a:rPr lang="en-US" altLang="zh-TW" sz="2000" b="1" dirty="0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=11.8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8954AEF-3E65-4CC4-8D6E-D75D7EB98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456" y="2225188"/>
            <a:ext cx="6146284" cy="4090121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A4D3557-88AA-4C5B-B87D-7E63B37D8D44}"/>
              </a:ext>
            </a:extLst>
          </p:cNvPr>
          <p:cNvSpPr/>
          <p:nvPr/>
        </p:nvSpPr>
        <p:spPr>
          <a:xfrm>
            <a:off x="4094744" y="5605724"/>
            <a:ext cx="1402080" cy="3031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EB37B6C6-BA58-486A-A305-C747C633AE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3212" y="3429000"/>
            <a:ext cx="5513799" cy="3114697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F031CD01-F361-4AA2-85D6-99A294183740}"/>
              </a:ext>
            </a:extLst>
          </p:cNvPr>
          <p:cNvSpPr/>
          <p:nvPr/>
        </p:nvSpPr>
        <p:spPr>
          <a:xfrm>
            <a:off x="6071272" y="4572000"/>
            <a:ext cx="2412327" cy="8457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3B1EC52-A79B-4359-AD90-AB8553757D9C}"/>
              </a:ext>
            </a:extLst>
          </p:cNvPr>
          <p:cNvSpPr/>
          <p:nvPr/>
        </p:nvSpPr>
        <p:spPr>
          <a:xfrm>
            <a:off x="5182370" y="5070261"/>
            <a:ext cx="423334" cy="4233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D5501F05-2F49-4D7C-9051-6E197A4DEE10}"/>
              </a:ext>
            </a:extLst>
          </p:cNvPr>
          <p:cNvSpPr/>
          <p:nvPr/>
        </p:nvSpPr>
        <p:spPr>
          <a:xfrm>
            <a:off x="8720667" y="4330153"/>
            <a:ext cx="423334" cy="4233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24FC2869-52AD-4776-958E-C515D7725ED2}"/>
              </a:ext>
            </a:extLst>
          </p:cNvPr>
          <p:cNvSpPr txBox="1"/>
          <p:nvPr/>
        </p:nvSpPr>
        <p:spPr>
          <a:xfrm>
            <a:off x="6096000" y="5807477"/>
            <a:ext cx="614628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TW" altLang="en-US" sz="2000" b="1" dirty="0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先確認自己的</a:t>
            </a:r>
            <a:r>
              <a:rPr lang="en-US" altLang="zh-TW" sz="2000" b="1" dirty="0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GPU </a:t>
            </a:r>
            <a:r>
              <a:rPr lang="zh-TW" altLang="en-US" sz="2000" b="1" dirty="0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支援甚麼版本的</a:t>
            </a:r>
            <a:r>
              <a:rPr lang="en-US" altLang="zh-TW" sz="2000" b="1" dirty="0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CUDA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TW" altLang="en-US" sz="2000" b="1" dirty="0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到</a:t>
            </a:r>
            <a:r>
              <a:rPr lang="en-US" altLang="zh-TW" sz="2000" b="1" dirty="0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CUDA</a:t>
            </a:r>
            <a:r>
              <a:rPr lang="zh-TW" altLang="en-US" sz="2000" b="1" dirty="0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官方的封存區找舊版 </a:t>
            </a:r>
            <a:r>
              <a:rPr lang="en-US" altLang="zh-TW" sz="2000" b="1" dirty="0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CUDA</a:t>
            </a:r>
            <a:r>
              <a:rPr lang="zh-TW" altLang="en-US" sz="2000" b="1" dirty="0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下載</a:t>
            </a:r>
            <a:endParaRPr lang="en-US" altLang="zh-TW" sz="2000" b="1" dirty="0">
              <a:solidFill>
                <a:srgbClr val="2D2F3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altLang="zh-TW" sz="2000" b="1" dirty="0">
              <a:solidFill>
                <a:srgbClr val="2D2F3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21860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平行四邊形 22">
            <a:extLst>
              <a:ext uri="{FF2B5EF4-FFF2-40B4-BE49-F238E27FC236}">
                <a16:creationId xmlns:a16="http://schemas.microsoft.com/office/drawing/2014/main" id="{7C3485DE-37FD-4561-AB97-49F458F6EA25}"/>
              </a:ext>
            </a:extLst>
          </p:cNvPr>
          <p:cNvSpPr/>
          <p:nvPr/>
        </p:nvSpPr>
        <p:spPr>
          <a:xfrm>
            <a:off x="-283243" y="77489"/>
            <a:ext cx="5677280" cy="1134019"/>
          </a:xfrm>
          <a:prstGeom prst="parallelogram">
            <a:avLst/>
          </a:prstGeom>
          <a:solidFill>
            <a:srgbClr val="AD955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2" name="平行四邊形 21">
            <a:extLst>
              <a:ext uri="{FF2B5EF4-FFF2-40B4-BE49-F238E27FC236}">
                <a16:creationId xmlns:a16="http://schemas.microsoft.com/office/drawing/2014/main" id="{AE787BA7-120F-4362-BD7A-99A5CB00577F}"/>
              </a:ext>
            </a:extLst>
          </p:cNvPr>
          <p:cNvSpPr/>
          <p:nvPr/>
        </p:nvSpPr>
        <p:spPr>
          <a:xfrm>
            <a:off x="-421788" y="0"/>
            <a:ext cx="5677280" cy="1134019"/>
          </a:xfrm>
          <a:prstGeom prst="parallelogram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062E73C6-9E90-4E39-B23F-BDD350FF9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118" y="137525"/>
            <a:ext cx="4771123" cy="767639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solidFill>
                  <a:srgbClr val="AD95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 Light" panose="020F0302020204030204" pitchFamily="34" charset="0"/>
              </a:rPr>
              <a:t>NVIDIA </a:t>
            </a:r>
            <a:r>
              <a:rPr lang="en-US" altLang="zh-TW" sz="3200" b="1" dirty="0" err="1">
                <a:solidFill>
                  <a:srgbClr val="AD95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 Light" panose="020F0302020204030204" pitchFamily="34" charset="0"/>
              </a:rPr>
              <a:t>cuDNN</a:t>
            </a:r>
            <a:r>
              <a:rPr lang="zh-TW" altLang="en-US" sz="3200" b="1" dirty="0">
                <a:solidFill>
                  <a:srgbClr val="AD955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 Light" panose="020F0302020204030204" pitchFamily="34" charset="0"/>
              </a:rPr>
              <a:t> 安裝</a:t>
            </a: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5366D0EE-A4DD-4A15-A73E-8ED8822C5644}"/>
              </a:ext>
            </a:extLst>
          </p:cNvPr>
          <p:cNvSpPr txBox="1">
            <a:spLocks/>
          </p:cNvSpPr>
          <p:nvPr/>
        </p:nvSpPr>
        <p:spPr>
          <a:xfrm>
            <a:off x="141119" y="676309"/>
            <a:ext cx="3356993" cy="4577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AD955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 Light" panose="020F0302020204030204" pitchFamily="34" charset="0"/>
            </a:endParaRPr>
          </a:p>
        </p:txBody>
      </p:sp>
      <p:pic>
        <p:nvPicPr>
          <p:cNvPr id="20" name="圖片 19" descr="一張含有 符號, 字型, 標誌, 圖形 的圖片&#10;&#10;自動產生的描述">
            <a:extLst>
              <a:ext uri="{FF2B5EF4-FFF2-40B4-BE49-F238E27FC236}">
                <a16:creationId xmlns:a16="http://schemas.microsoft.com/office/drawing/2014/main" id="{DA947296-B70C-47D9-A6BF-326B8AD5CA7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55927" y="0"/>
            <a:ext cx="1136073" cy="1136073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0E0B7AD3-80DD-461E-978D-6501A383DC28}"/>
              </a:ext>
            </a:extLst>
          </p:cNvPr>
          <p:cNvSpPr/>
          <p:nvPr/>
        </p:nvSpPr>
        <p:spPr>
          <a:xfrm>
            <a:off x="2650836" y="0"/>
            <a:ext cx="9541164" cy="1375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8902359-22AB-4458-A2E7-0CF427C2D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05E05A-C565-4ECA-A52B-AF5703A92FCB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9" name="標題 1">
            <a:extLst>
              <a:ext uri="{FF2B5EF4-FFF2-40B4-BE49-F238E27FC236}">
                <a16:creationId xmlns:a16="http://schemas.microsoft.com/office/drawing/2014/main" id="{D3F3DB6C-2051-41F5-8FA7-49A9566AA672}"/>
              </a:ext>
            </a:extLst>
          </p:cNvPr>
          <p:cNvSpPr txBox="1">
            <a:spLocks/>
          </p:cNvSpPr>
          <p:nvPr/>
        </p:nvSpPr>
        <p:spPr>
          <a:xfrm>
            <a:off x="141119" y="676309"/>
            <a:ext cx="2642623" cy="4577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AD955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 Light" panose="020F0302020204030204" pitchFamily="34" charset="0"/>
            </a:endParaRPr>
          </a:p>
        </p:txBody>
      </p:sp>
      <p:sp>
        <p:nvSpPr>
          <p:cNvPr id="36" name="標題 1">
            <a:extLst>
              <a:ext uri="{FF2B5EF4-FFF2-40B4-BE49-F238E27FC236}">
                <a16:creationId xmlns:a16="http://schemas.microsoft.com/office/drawing/2014/main" id="{98E85A37-CF8A-476B-9BB3-5B0864840ABD}"/>
              </a:ext>
            </a:extLst>
          </p:cNvPr>
          <p:cNvSpPr txBox="1">
            <a:spLocks/>
          </p:cNvSpPr>
          <p:nvPr/>
        </p:nvSpPr>
        <p:spPr>
          <a:xfrm>
            <a:off x="141119" y="676309"/>
            <a:ext cx="4569104" cy="4577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AD955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Calibri Light" panose="020F030202020403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0C63888F-6500-41F4-9A7F-22DE91D78358}"/>
              </a:ext>
            </a:extLst>
          </p:cNvPr>
          <p:cNvSpPr txBox="1"/>
          <p:nvPr/>
        </p:nvSpPr>
        <p:spPr>
          <a:xfrm>
            <a:off x="639026" y="1364405"/>
            <a:ext cx="110365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TW" sz="2000" b="1" dirty="0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Torch 1.10.0, </a:t>
            </a:r>
            <a:r>
              <a:rPr lang="en-US" altLang="zh-TW" sz="2000" b="1" dirty="0" err="1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torchvision</a:t>
            </a:r>
            <a:r>
              <a:rPr lang="en-US" altLang="zh-TW" sz="2000" b="1" dirty="0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=0.11.1, </a:t>
            </a:r>
            <a:r>
              <a:rPr lang="en-US" altLang="zh-TW" sz="2000" b="1" dirty="0" err="1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torchaudio</a:t>
            </a:r>
            <a:r>
              <a:rPr lang="en-US" altLang="zh-TW" sz="2000" b="1" dirty="0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=0.10.0, </a:t>
            </a:r>
            <a:r>
              <a:rPr lang="en-US" altLang="zh-TW" sz="2000" b="1" dirty="0" err="1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cuda</a:t>
            </a:r>
            <a:r>
              <a:rPr lang="en-US" altLang="zh-TW" sz="2000" b="1" dirty="0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=11.8</a:t>
            </a: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D5501F05-2F49-4D7C-9051-6E197A4DEE10}"/>
              </a:ext>
            </a:extLst>
          </p:cNvPr>
          <p:cNvSpPr/>
          <p:nvPr/>
        </p:nvSpPr>
        <p:spPr>
          <a:xfrm>
            <a:off x="8720667" y="4330153"/>
            <a:ext cx="423334" cy="4233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24FC2869-52AD-4776-958E-C515D7725ED2}"/>
              </a:ext>
            </a:extLst>
          </p:cNvPr>
          <p:cNvSpPr txBox="1"/>
          <p:nvPr/>
        </p:nvSpPr>
        <p:spPr>
          <a:xfrm>
            <a:off x="639026" y="5481769"/>
            <a:ext cx="61462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TW" altLang="en-US" sz="2000" b="1" dirty="0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先</a:t>
            </a:r>
            <a:r>
              <a:rPr lang="en-US" altLang="zh-TW" sz="2000" b="1" dirty="0" err="1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CuDNN</a:t>
            </a:r>
            <a:r>
              <a:rPr lang="en-US" altLang="zh-TW" sz="2000" b="1" dirty="0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000" b="1" dirty="0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官方辦帳號</a:t>
            </a:r>
            <a:endParaRPr lang="en-US" altLang="zh-TW" sz="2000" b="1" dirty="0">
              <a:solidFill>
                <a:srgbClr val="2D2F3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TW" altLang="en-US" sz="2000" b="1" dirty="0">
                <a:solidFill>
                  <a:srgbClr val="2D2F3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登入下載對應版本</a:t>
            </a:r>
            <a:endParaRPr lang="en-US" altLang="zh-TW" sz="2000" b="1" dirty="0">
              <a:solidFill>
                <a:srgbClr val="2D2F3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C8440CB-5CAF-4E40-8B8B-6BCC488E8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989" y="2306352"/>
            <a:ext cx="6807200" cy="294811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6EE19695-77DF-47C3-9FEE-8F983CF8F3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7279" y="3734630"/>
            <a:ext cx="5779918" cy="2487878"/>
          </a:xfrm>
          <a:prstGeom prst="rect">
            <a:avLst/>
          </a:prstGeom>
        </p:spPr>
      </p:pic>
      <p:sp>
        <p:nvSpPr>
          <p:cNvPr id="26" name="橢圓 25">
            <a:extLst>
              <a:ext uri="{FF2B5EF4-FFF2-40B4-BE49-F238E27FC236}">
                <a16:creationId xmlns:a16="http://schemas.microsoft.com/office/drawing/2014/main" id="{8191989E-3A54-4D04-9C38-73977B3C70BB}"/>
              </a:ext>
            </a:extLst>
          </p:cNvPr>
          <p:cNvSpPr/>
          <p:nvPr/>
        </p:nvSpPr>
        <p:spPr>
          <a:xfrm>
            <a:off x="2796133" y="4851273"/>
            <a:ext cx="423334" cy="4233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C85AFD58-4DF0-43B5-B8DF-E52CB156DF84}"/>
              </a:ext>
            </a:extLst>
          </p:cNvPr>
          <p:cNvSpPr/>
          <p:nvPr/>
        </p:nvSpPr>
        <p:spPr>
          <a:xfrm>
            <a:off x="8509000" y="5835712"/>
            <a:ext cx="423334" cy="4233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953CBAD-06EA-4DBF-B120-930C898A7BCB}"/>
              </a:ext>
            </a:extLst>
          </p:cNvPr>
          <p:cNvSpPr/>
          <p:nvPr/>
        </p:nvSpPr>
        <p:spPr>
          <a:xfrm>
            <a:off x="1587655" y="4644111"/>
            <a:ext cx="1402080" cy="3031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8B0C23A-2835-4C59-92E0-DAE6BAA23B66}"/>
              </a:ext>
            </a:extLst>
          </p:cNvPr>
          <p:cNvSpPr/>
          <p:nvPr/>
        </p:nvSpPr>
        <p:spPr>
          <a:xfrm>
            <a:off x="6184622" y="5835712"/>
            <a:ext cx="2324378" cy="3031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05135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205</Words>
  <Application>Microsoft Office PowerPoint</Application>
  <PresentationFormat>寬螢幕</PresentationFormat>
  <Paragraphs>42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微軟正黑體</vt:lpstr>
      <vt:lpstr>Arial</vt:lpstr>
      <vt:lpstr>Calibri</vt:lpstr>
      <vt:lpstr>Calibri Light</vt:lpstr>
      <vt:lpstr>Office 佈景主題</vt:lpstr>
      <vt:lpstr>Tensorflow GPU </vt:lpstr>
      <vt:lpstr>Torch </vt:lpstr>
      <vt:lpstr>NVIDIA CUDA 安裝</vt:lpstr>
      <vt:lpstr>NVIDIA cuDNN 安裝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Torch </dc:title>
  <dc:creator>翁維陽 Sunny Weng</dc:creator>
  <cp:lastModifiedBy>翁維陽 Sunny Weng</cp:lastModifiedBy>
  <cp:revision>4</cp:revision>
  <dcterms:created xsi:type="dcterms:W3CDTF">2023-11-10T07:37:17Z</dcterms:created>
  <dcterms:modified xsi:type="dcterms:W3CDTF">2024-01-03T16:53:06Z</dcterms:modified>
</cp:coreProperties>
</file>